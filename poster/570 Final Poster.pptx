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32918400" cx="43891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7" roundtripDataSignature="AMtx7mh9hZfzTLbA78cBNe6NWZTqT7uej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2a467bde51c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g2a467bde51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g2a467bde51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46bda7a93_0_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46bda7a93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g3d46bda7a93_0_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ster">
  <p:cSld name="Post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9"/>
          <p:cNvSpPr txBox="1"/>
          <p:nvPr>
            <p:ph type="title"/>
          </p:nvPr>
        </p:nvSpPr>
        <p:spPr>
          <a:xfrm>
            <a:off x="6400800" y="990600"/>
            <a:ext cx="31089600" cy="25145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9"/>
          <p:cNvSpPr txBox="1"/>
          <p:nvPr>
            <p:ph idx="1" type="body"/>
          </p:nvPr>
        </p:nvSpPr>
        <p:spPr>
          <a:xfrm>
            <a:off x="6400800" y="3588603"/>
            <a:ext cx="3108960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9"/>
          <p:cNvSpPr txBox="1"/>
          <p:nvPr>
            <p:ph idx="10" type="dt"/>
          </p:nvPr>
        </p:nvSpPr>
        <p:spPr>
          <a:xfrm>
            <a:off x="1143000" y="3211469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1" type="ftr"/>
          </p:nvPr>
        </p:nvSpPr>
        <p:spPr>
          <a:xfrm>
            <a:off x="11018520" y="32114698"/>
            <a:ext cx="2185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32872680" y="3211469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9"/>
          <p:cNvSpPr/>
          <p:nvPr>
            <p:ph idx="2" type="body"/>
          </p:nvPr>
        </p:nvSpPr>
        <p:spPr>
          <a:xfrm>
            <a:off x="1143000" y="5852160"/>
            <a:ext cx="128016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rgbClr val="F2C413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23" name="Google Shape;23;p9"/>
          <p:cNvSpPr txBox="1"/>
          <p:nvPr>
            <p:ph idx="3" type="body"/>
          </p:nvPr>
        </p:nvSpPr>
        <p:spPr>
          <a:xfrm>
            <a:off x="1143000" y="7071360"/>
            <a:ext cx="128016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810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5pPr>
            <a:lvl6pPr indent="-3810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/>
        </p:txBody>
      </p:sp>
      <p:sp>
        <p:nvSpPr>
          <p:cNvPr id="24" name="Google Shape;24;p9"/>
          <p:cNvSpPr/>
          <p:nvPr>
            <p:ph idx="4" type="body"/>
          </p:nvPr>
        </p:nvSpPr>
        <p:spPr>
          <a:xfrm>
            <a:off x="1143000" y="15032736"/>
            <a:ext cx="128016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rgbClr val="F2C413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25" name="Google Shape;25;p9"/>
          <p:cNvSpPr txBox="1"/>
          <p:nvPr>
            <p:ph idx="5" type="body"/>
          </p:nvPr>
        </p:nvSpPr>
        <p:spPr>
          <a:xfrm>
            <a:off x="1143000" y="16251936"/>
            <a:ext cx="12801600" cy="90881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810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5pPr>
            <a:lvl6pPr indent="-3810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/>
        </p:txBody>
      </p:sp>
      <p:sp>
        <p:nvSpPr>
          <p:cNvPr id="26" name="Google Shape;26;p9"/>
          <p:cNvSpPr/>
          <p:nvPr>
            <p:ph idx="6" type="body"/>
          </p:nvPr>
        </p:nvSpPr>
        <p:spPr>
          <a:xfrm>
            <a:off x="1143000" y="25831800"/>
            <a:ext cx="128016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rgbClr val="FFC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27" name="Google Shape;27;p9"/>
          <p:cNvSpPr txBox="1"/>
          <p:nvPr>
            <p:ph idx="7" type="body"/>
          </p:nvPr>
        </p:nvSpPr>
        <p:spPr>
          <a:xfrm>
            <a:off x="1143000" y="27057096"/>
            <a:ext cx="12801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810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5pPr>
            <a:lvl6pPr indent="-3810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/>
        </p:txBody>
      </p:sp>
      <p:sp>
        <p:nvSpPr>
          <p:cNvPr id="28" name="Google Shape;28;p9"/>
          <p:cNvSpPr/>
          <p:nvPr>
            <p:ph idx="8" type="body"/>
          </p:nvPr>
        </p:nvSpPr>
        <p:spPr>
          <a:xfrm>
            <a:off x="15544800" y="5852160"/>
            <a:ext cx="128016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rgbClr val="F2C413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29" name="Google Shape;29;p9"/>
          <p:cNvSpPr txBox="1"/>
          <p:nvPr>
            <p:ph idx="9" type="body"/>
          </p:nvPr>
        </p:nvSpPr>
        <p:spPr>
          <a:xfrm>
            <a:off x="15544800" y="7071360"/>
            <a:ext cx="12801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810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5pPr>
            <a:lvl6pPr indent="-3810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3" type="body"/>
          </p:nvPr>
        </p:nvSpPr>
        <p:spPr>
          <a:xfrm>
            <a:off x="15544800" y="11948160"/>
            <a:ext cx="12801600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810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5pPr>
            <a:lvl6pPr indent="-3810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4" type="body"/>
          </p:nvPr>
        </p:nvSpPr>
        <p:spPr>
          <a:xfrm>
            <a:off x="15544800" y="23469600"/>
            <a:ext cx="12801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1828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810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5pPr>
            <a:lvl6pPr indent="-3810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/>
        </p:txBody>
      </p:sp>
      <p:sp>
        <p:nvSpPr>
          <p:cNvPr id="32" name="Google Shape;32;p9"/>
          <p:cNvSpPr/>
          <p:nvPr>
            <p:ph idx="15" type="body"/>
          </p:nvPr>
        </p:nvSpPr>
        <p:spPr>
          <a:xfrm>
            <a:off x="15544800" y="25831800"/>
            <a:ext cx="128016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rgbClr val="F2C413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33" name="Google Shape;33;p9"/>
          <p:cNvSpPr txBox="1"/>
          <p:nvPr>
            <p:ph idx="16" type="body"/>
          </p:nvPr>
        </p:nvSpPr>
        <p:spPr>
          <a:xfrm>
            <a:off x="15544800" y="27057096"/>
            <a:ext cx="12801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810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5pPr>
            <a:lvl6pPr indent="-3810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/>
        </p:txBody>
      </p:sp>
      <p:sp>
        <p:nvSpPr>
          <p:cNvPr id="34" name="Google Shape;34;p9"/>
          <p:cNvSpPr/>
          <p:nvPr>
            <p:ph idx="17" type="body"/>
          </p:nvPr>
        </p:nvSpPr>
        <p:spPr>
          <a:xfrm>
            <a:off x="29900880" y="5852160"/>
            <a:ext cx="128016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rgbClr val="F2C413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18" type="body"/>
          </p:nvPr>
        </p:nvSpPr>
        <p:spPr>
          <a:xfrm>
            <a:off x="29900880" y="7071360"/>
            <a:ext cx="128016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810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5pPr>
            <a:lvl6pPr indent="-3810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/>
        </p:txBody>
      </p:sp>
      <p:sp>
        <p:nvSpPr>
          <p:cNvPr id="36" name="Google Shape;36;p9"/>
          <p:cNvSpPr txBox="1"/>
          <p:nvPr>
            <p:ph idx="19" type="body"/>
          </p:nvPr>
        </p:nvSpPr>
        <p:spPr>
          <a:xfrm>
            <a:off x="29900880" y="15837408"/>
            <a:ext cx="12801600" cy="73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810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5pPr>
            <a:lvl6pPr indent="-3810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/>
        </p:txBody>
      </p:sp>
      <p:sp>
        <p:nvSpPr>
          <p:cNvPr id="37" name="Google Shape;37;p9"/>
          <p:cNvSpPr/>
          <p:nvPr>
            <p:ph idx="20" type="body"/>
          </p:nvPr>
        </p:nvSpPr>
        <p:spPr>
          <a:xfrm>
            <a:off x="29900880" y="25831800"/>
            <a:ext cx="128016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rgbClr val="F2C413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 cap="non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38" name="Google Shape;38;p9"/>
          <p:cNvSpPr txBox="1"/>
          <p:nvPr>
            <p:ph idx="21" type="body"/>
          </p:nvPr>
        </p:nvSpPr>
        <p:spPr>
          <a:xfrm>
            <a:off x="29900880" y="27057096"/>
            <a:ext cx="12801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•"/>
              <a:defRPr/>
            </a:lvl4pPr>
            <a:lvl5pPr indent="-3810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5pPr>
            <a:lvl6pPr indent="-381000" lvl="5" marL="2743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6pPr>
            <a:lvl7pPr indent="-381000" lvl="6" marL="3200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7pPr>
            <a:lvl8pPr indent="-381000" lvl="7" marL="3657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8pPr>
            <a:lvl9pPr indent="-381000" lvl="8" marL="4114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2400"/>
              <a:buChar char="•"/>
              <a:defRPr/>
            </a:lvl9pPr>
          </a:lstStyle>
          <a:p/>
        </p:txBody>
      </p:sp>
      <p:sp>
        <p:nvSpPr>
          <p:cNvPr id="39" name="Google Shape;39;p9"/>
          <p:cNvSpPr/>
          <p:nvPr/>
        </p:nvSpPr>
        <p:spPr>
          <a:xfrm>
            <a:off x="43891200" y="2552699"/>
            <a:ext cx="12447270" cy="32918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45700" lIns="274300" spcFirstLastPara="1" rIns="2743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0" i="0" lang="en-US" sz="9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Printing: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This poster is 48” wide by 36” high. It’s designed to be printed on a large-format printer.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t/>
            </a:r>
            <a:endParaRPr b="0" i="0" sz="60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b="0" i="0" lang="en-US" sz="8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Customizing the Content: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The placeholders in this poster are formatted for you. Type in the placeholders to add text, or click an icon to add a table, chart, SmartArt graphic, picture or multimedia file.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To add or remove bullet points from text, just click the Bullets button on the Home tab.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If you need more placeholders for titles, content or body text, just make a copy of what you need and drag it into place. PowerPoint’s Smart Guides will help you align it with everything else.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en-US" sz="6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Want to use your own pictures instead of ours? No problem! Just right-click a picture and choose Change Picture. Maintain the proportion of pictures as you resize by dragging a corner.</a:t>
            </a:r>
            <a:endParaRPr b="0" i="0" sz="6600" u="none" cap="none" strike="noStrik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9168">
          <p15:clr>
            <a:srgbClr val="A4A3A4"/>
          </p15:clr>
        </p15:guide>
        <p15:guide id="2" pos="18480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/>
          <p:nvPr/>
        </p:nvSpPr>
        <p:spPr>
          <a:xfrm>
            <a:off x="0" y="0"/>
            <a:ext cx="43891200" cy="5029200"/>
          </a:xfrm>
          <a:prstGeom prst="rect">
            <a:avLst/>
          </a:prstGeom>
          <a:solidFill>
            <a:srgbClr val="091F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58"/>
              <a:buFont typeface="Arial"/>
              <a:buNone/>
            </a:pPr>
            <a:r>
              <a:t/>
            </a:r>
            <a:endParaRPr b="0" i="0" sz="7258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8"/>
          <p:cNvSpPr txBox="1"/>
          <p:nvPr>
            <p:ph type="title"/>
          </p:nvPr>
        </p:nvSpPr>
        <p:spPr>
          <a:xfrm>
            <a:off x="6400800" y="990600"/>
            <a:ext cx="31089600" cy="25145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Cambria"/>
              <a:buNone/>
              <a:defRPr b="1" i="0" sz="880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8"/>
          <p:cNvSpPr txBox="1"/>
          <p:nvPr>
            <p:ph idx="1" type="body"/>
          </p:nvPr>
        </p:nvSpPr>
        <p:spPr>
          <a:xfrm>
            <a:off x="6400800" y="6019800"/>
            <a:ext cx="31089600" cy="23629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810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810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81000" lvl="5" marL="2743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81000" lvl="6" marL="3200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81000" lvl="7" marL="3657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81000" lvl="8" marL="4114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8"/>
          <p:cNvSpPr txBox="1"/>
          <p:nvPr>
            <p:ph idx="10" type="dt"/>
          </p:nvPr>
        </p:nvSpPr>
        <p:spPr>
          <a:xfrm>
            <a:off x="1143000" y="3211469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1" type="ftr"/>
          </p:nvPr>
        </p:nvSpPr>
        <p:spPr>
          <a:xfrm>
            <a:off x="11018520" y="32114698"/>
            <a:ext cx="2185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7258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8"/>
          <p:cNvSpPr txBox="1"/>
          <p:nvPr>
            <p:ph idx="12" type="sldNum"/>
          </p:nvPr>
        </p:nvSpPr>
        <p:spPr>
          <a:xfrm>
            <a:off x="32872680" y="32114698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B8B8D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0368">
          <p15:clr>
            <a:srgbClr val="A4A3A4"/>
          </p15:clr>
        </p15:guide>
        <p15:guide id="2" pos="720">
          <p15:clr>
            <a:srgbClr val="A4A3A4"/>
          </p15:clr>
        </p15:guide>
        <p15:guide id="3" pos="26928">
          <p15:clr>
            <a:srgbClr val="A4A3A4"/>
          </p15:clr>
        </p15:guide>
        <p15:guide id="4" pos="1382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a467bde51c_0_0"/>
          <p:cNvSpPr/>
          <p:nvPr/>
        </p:nvSpPr>
        <p:spPr>
          <a:xfrm>
            <a:off x="30593175" y="13981411"/>
            <a:ext cx="12502800" cy="95799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2a467bde51c_0_0"/>
          <p:cNvSpPr/>
          <p:nvPr>
            <p:ph idx="2" type="body"/>
          </p:nvPr>
        </p:nvSpPr>
        <p:spPr>
          <a:xfrm>
            <a:off x="906900" y="5594550"/>
            <a:ext cx="137691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 cap="none"/>
              <a:t>Introduction</a:t>
            </a:r>
            <a:endParaRPr/>
          </a:p>
        </p:txBody>
      </p:sp>
      <p:sp>
        <p:nvSpPr>
          <p:cNvPr id="47" name="Google Shape;47;g2a467bde51c_0_0"/>
          <p:cNvSpPr txBox="1"/>
          <p:nvPr>
            <p:ph idx="3" type="body"/>
          </p:nvPr>
        </p:nvSpPr>
        <p:spPr>
          <a:xfrm>
            <a:off x="778575" y="6724646"/>
            <a:ext cx="14346900" cy="55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rPr b="1" lang="en-US" sz="3600"/>
              <a:t>A</a:t>
            </a:r>
            <a:endParaRPr b="1" sz="3600"/>
          </a:p>
          <a:p>
            <a:pPr indent="-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Char char="•"/>
            </a:pPr>
            <a:r>
              <a:t/>
            </a:r>
            <a:endParaRPr b="1" sz="3600"/>
          </a:p>
        </p:txBody>
      </p:sp>
      <p:sp>
        <p:nvSpPr>
          <p:cNvPr id="48" name="Google Shape;48;g2a467bde51c_0_0"/>
          <p:cNvSpPr/>
          <p:nvPr>
            <p:ph idx="4" type="body"/>
          </p:nvPr>
        </p:nvSpPr>
        <p:spPr>
          <a:xfrm>
            <a:off x="1077413" y="11980158"/>
            <a:ext cx="134112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/>
              <a:t>Methods</a:t>
            </a:r>
            <a:endParaRPr/>
          </a:p>
        </p:txBody>
      </p:sp>
      <p:sp>
        <p:nvSpPr>
          <p:cNvPr id="49" name="Google Shape;49;g2a467bde51c_0_0"/>
          <p:cNvSpPr txBox="1"/>
          <p:nvPr>
            <p:ph idx="5" type="body"/>
          </p:nvPr>
        </p:nvSpPr>
        <p:spPr>
          <a:xfrm>
            <a:off x="14782471" y="6746610"/>
            <a:ext cx="16159500" cy="55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3630"/>
              <a:t>D</a:t>
            </a:r>
            <a:endParaRPr sz="3630"/>
          </a:p>
        </p:txBody>
      </p:sp>
      <p:sp>
        <p:nvSpPr>
          <p:cNvPr id="50" name="Google Shape;50;g2a467bde51c_0_0"/>
          <p:cNvSpPr txBox="1"/>
          <p:nvPr/>
        </p:nvSpPr>
        <p:spPr>
          <a:xfrm>
            <a:off x="30941975" y="6776075"/>
            <a:ext cx="12309900" cy="5549700"/>
          </a:xfrm>
          <a:prstGeom prst="rect">
            <a:avLst/>
          </a:prstGeom>
          <a:noFill/>
          <a:ln cap="flat" cmpd="sng" w="9525">
            <a:solidFill>
              <a:srgbClr val="FFF2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g2a467bde51c_0_0"/>
          <p:cNvSpPr txBox="1"/>
          <p:nvPr/>
        </p:nvSpPr>
        <p:spPr>
          <a:xfrm>
            <a:off x="1100775" y="30897200"/>
            <a:ext cx="130716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rmAutofit/>
          </a:bodyPr>
          <a:lstStyle/>
          <a:p>
            <a:pPr indent="-49647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2"/>
              </a:buClr>
              <a:buSzPts val="4100"/>
              <a:buFont typeface="Cambria"/>
              <a:buAutoNum type="arabicPeriod"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g2a467bde51c_0_0"/>
          <p:cNvSpPr txBox="1"/>
          <p:nvPr>
            <p:ph type="title"/>
          </p:nvPr>
        </p:nvSpPr>
        <p:spPr>
          <a:xfrm>
            <a:off x="7589203" y="405810"/>
            <a:ext cx="28483800" cy="251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2C413"/>
              </a:buClr>
              <a:buSzPts val="8800"/>
              <a:buFont typeface="Cambria"/>
              <a:buNone/>
            </a:pPr>
            <a:r>
              <a:rPr lang="en-US">
                <a:solidFill>
                  <a:srgbClr val="F2C413"/>
                </a:solidFill>
              </a:rPr>
              <a:t>AAA</a:t>
            </a:r>
            <a:endParaRPr/>
          </a:p>
        </p:txBody>
      </p:sp>
      <p:sp>
        <p:nvSpPr>
          <p:cNvPr id="53" name="Google Shape;53;g2a467bde51c_0_0"/>
          <p:cNvSpPr txBox="1"/>
          <p:nvPr>
            <p:ph idx="1" type="body"/>
          </p:nvPr>
        </p:nvSpPr>
        <p:spPr>
          <a:xfrm>
            <a:off x="6400800" y="2758953"/>
            <a:ext cx="3108960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/>
              <a:t>Students: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/>
              <a:t>Prof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-US" sz="4800"/>
              <a:t>Department</a:t>
            </a:r>
            <a:endParaRPr/>
          </a:p>
        </p:txBody>
      </p:sp>
      <p:sp>
        <p:nvSpPr>
          <p:cNvPr id="54" name="Google Shape;54;g2a467bde51c_0_0"/>
          <p:cNvSpPr txBox="1"/>
          <p:nvPr/>
        </p:nvSpPr>
        <p:spPr>
          <a:xfrm>
            <a:off x="986946" y="27257260"/>
            <a:ext cx="13071600" cy="20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365750" spcFirstLastPara="1" rIns="91425" wrap="square" tIns="1828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g2a467bde51c_0_0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152.12 lb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2a467bde51c_0_0"/>
          <p:cNvSpPr/>
          <p:nvPr>
            <p:ph idx="2" type="body"/>
          </p:nvPr>
        </p:nvSpPr>
        <p:spPr>
          <a:xfrm>
            <a:off x="14994121" y="5594550"/>
            <a:ext cx="156861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/>
              <a:t>Objective</a:t>
            </a:r>
            <a:endParaRPr/>
          </a:p>
        </p:txBody>
      </p:sp>
      <p:sp>
        <p:nvSpPr>
          <p:cNvPr id="57" name="Google Shape;57;g2a467bde51c_0_0"/>
          <p:cNvSpPr/>
          <p:nvPr>
            <p:ph idx="2" type="body"/>
          </p:nvPr>
        </p:nvSpPr>
        <p:spPr>
          <a:xfrm>
            <a:off x="30907221" y="5619150"/>
            <a:ext cx="120675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/>
              <a:t>Discussion</a:t>
            </a:r>
            <a:endParaRPr/>
          </a:p>
        </p:txBody>
      </p:sp>
      <p:sp>
        <p:nvSpPr>
          <p:cNvPr id="58" name="Google Shape;58;g2a467bde51c_0_0"/>
          <p:cNvSpPr/>
          <p:nvPr>
            <p:ph idx="2" type="body"/>
          </p:nvPr>
        </p:nvSpPr>
        <p:spPr>
          <a:xfrm>
            <a:off x="889725" y="26000325"/>
            <a:ext cx="135975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/>
              <a:t>Acknowledgements</a:t>
            </a:r>
            <a:endParaRPr/>
          </a:p>
        </p:txBody>
      </p:sp>
      <p:sp>
        <p:nvSpPr>
          <p:cNvPr id="59" name="Google Shape;59;g2a467bde51c_0_0"/>
          <p:cNvSpPr/>
          <p:nvPr>
            <p:ph idx="2" type="body"/>
          </p:nvPr>
        </p:nvSpPr>
        <p:spPr>
          <a:xfrm>
            <a:off x="930975" y="29581575"/>
            <a:ext cx="135975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/>
              <a:t>References</a:t>
            </a:r>
            <a:endParaRPr/>
          </a:p>
        </p:txBody>
      </p:sp>
      <p:sp>
        <p:nvSpPr>
          <p:cNvPr id="60" name="Google Shape;60;g2a467bde51c_0_0"/>
          <p:cNvSpPr/>
          <p:nvPr>
            <p:ph idx="2" type="body"/>
          </p:nvPr>
        </p:nvSpPr>
        <p:spPr>
          <a:xfrm>
            <a:off x="14994121" y="12585365"/>
            <a:ext cx="27980700" cy="1219200"/>
          </a:xfrm>
          <a:prstGeom prst="round1Rect">
            <a:avLst>
              <a:gd fmla="val 16667" name="adj"/>
            </a:avLst>
          </a:prstGeom>
          <a:solidFill>
            <a:srgbClr val="091F3F"/>
          </a:solidFill>
          <a:ln>
            <a:noFill/>
          </a:ln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/>
              <a:t>Results</a:t>
            </a:r>
            <a:endParaRPr/>
          </a:p>
        </p:txBody>
      </p:sp>
      <p:sp>
        <p:nvSpPr>
          <p:cNvPr id="61" name="Google Shape;61;g2a467bde51c_0_0"/>
          <p:cNvSpPr/>
          <p:nvPr/>
        </p:nvSpPr>
        <p:spPr>
          <a:xfrm>
            <a:off x="15020071" y="13981411"/>
            <a:ext cx="15335400" cy="94698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2a467bde51c_0_0"/>
          <p:cNvSpPr txBox="1"/>
          <p:nvPr/>
        </p:nvSpPr>
        <p:spPr>
          <a:xfrm>
            <a:off x="16860396" y="14133611"/>
            <a:ext cx="11879400" cy="8004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Statistical Geometry Variations In Size and Shapes</a:t>
            </a:r>
            <a:endParaRPr b="1" i="0" sz="4000" u="none" cap="none" strike="noStrike">
              <a:solidFill>
                <a:srgbClr val="2929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g2a467bde51c_0_0"/>
          <p:cNvSpPr txBox="1"/>
          <p:nvPr/>
        </p:nvSpPr>
        <p:spPr>
          <a:xfrm>
            <a:off x="33408601" y="14116661"/>
            <a:ext cx="7053600" cy="8004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292934"/>
                </a:solidFill>
                <a:latin typeface="Calibri"/>
                <a:ea typeface="Calibri"/>
                <a:cs typeface="Calibri"/>
                <a:sym typeface="Calibri"/>
              </a:rPr>
              <a:t>Subject Covariate Distribution</a:t>
            </a:r>
            <a:endParaRPr b="1" i="0" sz="4000" u="none" cap="none" strike="noStrike">
              <a:solidFill>
                <a:srgbClr val="2929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g2a467bde51c_0_0" title="block_m-he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788" y="693100"/>
            <a:ext cx="3765251" cy="269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g2a467bde51c_0_0" title="u-m_logo-horizontal-hex-reversed.png"/>
          <p:cNvPicPr preferRelativeResize="0"/>
          <p:nvPr/>
        </p:nvPicPr>
        <p:blipFill rotWithShape="1">
          <a:blip r:embed="rId4">
            <a:alphaModFix/>
          </a:blip>
          <a:srcRect b="0" l="14821" r="0" t="0"/>
          <a:stretch/>
        </p:blipFill>
        <p:spPr>
          <a:xfrm>
            <a:off x="986950" y="3604375"/>
            <a:ext cx="8320926" cy="102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46bda7a93_0_1"/>
          <p:cNvSpPr txBox="1"/>
          <p:nvPr>
            <p:ph type="title"/>
          </p:nvPr>
        </p:nvSpPr>
        <p:spPr>
          <a:xfrm>
            <a:off x="6400800" y="990600"/>
            <a:ext cx="31089600" cy="25146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g3d46bda7a93_0_1"/>
          <p:cNvSpPr txBox="1"/>
          <p:nvPr>
            <p:ph idx="1" type="body"/>
          </p:nvPr>
        </p:nvSpPr>
        <p:spPr>
          <a:xfrm>
            <a:off x="6400800" y="3588603"/>
            <a:ext cx="31089600" cy="83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d46bda7a93_0_1"/>
          <p:cNvSpPr/>
          <p:nvPr>
            <p:ph idx="2" type="body"/>
          </p:nvPr>
        </p:nvSpPr>
        <p:spPr>
          <a:xfrm>
            <a:off x="1143000" y="5852160"/>
            <a:ext cx="12801600" cy="1219200"/>
          </a:xfrm>
          <a:prstGeom prst="round1Rect">
            <a:avLst>
              <a:gd fmla="val 16667" name="adj"/>
            </a:avLst>
          </a:prstGeom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d46bda7a93_0_1"/>
          <p:cNvSpPr txBox="1"/>
          <p:nvPr>
            <p:ph idx="3" type="body"/>
          </p:nvPr>
        </p:nvSpPr>
        <p:spPr>
          <a:xfrm>
            <a:off x="1143000" y="7071360"/>
            <a:ext cx="12801600" cy="6858000"/>
          </a:xfrm>
          <a:prstGeom prst="rect">
            <a:avLst/>
          </a:prstGeom>
        </p:spPr>
        <p:txBody>
          <a:bodyPr anchorCtr="0" anchor="t" bIns="45700" lIns="365750" spcFirstLastPara="1" rIns="91425" wrap="square" tIns="18287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d46bda7a93_0_1"/>
          <p:cNvSpPr/>
          <p:nvPr>
            <p:ph idx="4" type="body"/>
          </p:nvPr>
        </p:nvSpPr>
        <p:spPr>
          <a:xfrm>
            <a:off x="1143000" y="15032736"/>
            <a:ext cx="12801600" cy="1219200"/>
          </a:xfrm>
          <a:prstGeom prst="round1Rect">
            <a:avLst>
              <a:gd fmla="val 16667" name="adj"/>
            </a:avLst>
          </a:prstGeom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d46bda7a93_0_1"/>
          <p:cNvSpPr txBox="1"/>
          <p:nvPr>
            <p:ph idx="5" type="body"/>
          </p:nvPr>
        </p:nvSpPr>
        <p:spPr>
          <a:xfrm>
            <a:off x="1143000" y="16251936"/>
            <a:ext cx="12801600" cy="9088200"/>
          </a:xfrm>
          <a:prstGeom prst="rect">
            <a:avLst/>
          </a:prstGeom>
        </p:spPr>
        <p:txBody>
          <a:bodyPr anchorCtr="0" anchor="t" bIns="45700" lIns="365750" spcFirstLastPara="1" rIns="91425" wrap="square" tIns="18287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g3d46bda7a93_0_1"/>
          <p:cNvSpPr/>
          <p:nvPr>
            <p:ph idx="6" type="body"/>
          </p:nvPr>
        </p:nvSpPr>
        <p:spPr>
          <a:xfrm>
            <a:off x="1143000" y="25831800"/>
            <a:ext cx="12801600" cy="1219200"/>
          </a:xfrm>
          <a:prstGeom prst="round1Rect">
            <a:avLst>
              <a:gd fmla="val 16667" name="adj"/>
            </a:avLst>
          </a:prstGeom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d46bda7a93_0_1"/>
          <p:cNvSpPr txBox="1"/>
          <p:nvPr>
            <p:ph idx="7" type="body"/>
          </p:nvPr>
        </p:nvSpPr>
        <p:spPr>
          <a:xfrm>
            <a:off x="1143000" y="27057096"/>
            <a:ext cx="12801600" cy="4572000"/>
          </a:xfrm>
          <a:prstGeom prst="rect">
            <a:avLst/>
          </a:prstGeom>
        </p:spPr>
        <p:txBody>
          <a:bodyPr anchorCtr="0" anchor="t" bIns="45700" lIns="365750" spcFirstLastPara="1" rIns="91425" wrap="square" tIns="18287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g3d46bda7a93_0_1"/>
          <p:cNvSpPr/>
          <p:nvPr>
            <p:ph idx="8" type="body"/>
          </p:nvPr>
        </p:nvSpPr>
        <p:spPr>
          <a:xfrm>
            <a:off x="15544800" y="5852160"/>
            <a:ext cx="12801600" cy="1219200"/>
          </a:xfrm>
          <a:prstGeom prst="round1Rect">
            <a:avLst>
              <a:gd fmla="val 16667" name="adj"/>
            </a:avLst>
          </a:prstGeom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d46bda7a93_0_1"/>
          <p:cNvSpPr txBox="1"/>
          <p:nvPr>
            <p:ph idx="9" type="body"/>
          </p:nvPr>
        </p:nvSpPr>
        <p:spPr>
          <a:xfrm>
            <a:off x="15544800" y="7071360"/>
            <a:ext cx="12801600" cy="4572000"/>
          </a:xfrm>
          <a:prstGeom prst="rect">
            <a:avLst/>
          </a:prstGeom>
        </p:spPr>
        <p:txBody>
          <a:bodyPr anchorCtr="0" anchor="t" bIns="45700" lIns="365750" spcFirstLastPara="1" rIns="91425" wrap="square" tIns="18287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d46bda7a93_0_1"/>
          <p:cNvSpPr txBox="1"/>
          <p:nvPr>
            <p:ph idx="13" type="body"/>
          </p:nvPr>
        </p:nvSpPr>
        <p:spPr>
          <a:xfrm>
            <a:off x="15544800" y="11948160"/>
            <a:ext cx="12801600" cy="6172200"/>
          </a:xfrm>
          <a:prstGeom prst="rect">
            <a:avLst/>
          </a:prstGeom>
        </p:spPr>
        <p:txBody>
          <a:bodyPr anchorCtr="0" anchor="t" bIns="45700" lIns="365750" spcFirstLastPara="1" rIns="91425" wrap="square" tIns="18287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d46bda7a93_0_1"/>
          <p:cNvSpPr txBox="1"/>
          <p:nvPr>
            <p:ph idx="14" type="body"/>
          </p:nvPr>
        </p:nvSpPr>
        <p:spPr>
          <a:xfrm>
            <a:off x="15544800" y="23469600"/>
            <a:ext cx="12801600" cy="1752600"/>
          </a:xfrm>
          <a:prstGeom prst="rect">
            <a:avLst/>
          </a:prstGeom>
        </p:spPr>
        <p:txBody>
          <a:bodyPr anchorCtr="0" anchor="t" bIns="45700" lIns="91425" spcFirstLastPara="1" rIns="91425" wrap="square" tIns="18287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d46bda7a93_0_1"/>
          <p:cNvSpPr/>
          <p:nvPr>
            <p:ph idx="15" type="body"/>
          </p:nvPr>
        </p:nvSpPr>
        <p:spPr>
          <a:xfrm>
            <a:off x="15544800" y="25831800"/>
            <a:ext cx="12801600" cy="1219200"/>
          </a:xfrm>
          <a:prstGeom prst="round1Rect">
            <a:avLst>
              <a:gd fmla="val 16667" name="adj"/>
            </a:avLst>
          </a:prstGeom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d46bda7a93_0_1"/>
          <p:cNvSpPr txBox="1"/>
          <p:nvPr>
            <p:ph idx="16" type="body"/>
          </p:nvPr>
        </p:nvSpPr>
        <p:spPr>
          <a:xfrm>
            <a:off x="15544800" y="27057096"/>
            <a:ext cx="12801600" cy="4572000"/>
          </a:xfrm>
          <a:prstGeom prst="rect">
            <a:avLst/>
          </a:prstGeom>
        </p:spPr>
        <p:txBody>
          <a:bodyPr anchorCtr="0" anchor="t" bIns="45700" lIns="365750" spcFirstLastPara="1" rIns="91425" wrap="square" tIns="18287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d46bda7a93_0_1"/>
          <p:cNvSpPr/>
          <p:nvPr>
            <p:ph idx="17" type="body"/>
          </p:nvPr>
        </p:nvSpPr>
        <p:spPr>
          <a:xfrm>
            <a:off x="29900880" y="5852160"/>
            <a:ext cx="12801600" cy="1219200"/>
          </a:xfrm>
          <a:prstGeom prst="round1Rect">
            <a:avLst>
              <a:gd fmla="val 16667" name="adj"/>
            </a:avLst>
          </a:prstGeom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d46bda7a93_0_1"/>
          <p:cNvSpPr txBox="1"/>
          <p:nvPr>
            <p:ph idx="18" type="body"/>
          </p:nvPr>
        </p:nvSpPr>
        <p:spPr>
          <a:xfrm>
            <a:off x="29900880" y="7071360"/>
            <a:ext cx="12801600" cy="7315200"/>
          </a:xfrm>
          <a:prstGeom prst="rect">
            <a:avLst/>
          </a:prstGeom>
        </p:spPr>
        <p:txBody>
          <a:bodyPr anchorCtr="0" anchor="t" bIns="45700" lIns="365750" spcFirstLastPara="1" rIns="91425" wrap="square" tIns="18287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d46bda7a93_0_1"/>
          <p:cNvSpPr txBox="1"/>
          <p:nvPr>
            <p:ph idx="19" type="body"/>
          </p:nvPr>
        </p:nvSpPr>
        <p:spPr>
          <a:xfrm>
            <a:off x="29900880" y="15837408"/>
            <a:ext cx="12801600" cy="7315200"/>
          </a:xfrm>
          <a:prstGeom prst="rect">
            <a:avLst/>
          </a:prstGeom>
        </p:spPr>
        <p:txBody>
          <a:bodyPr anchorCtr="0" anchor="t" bIns="45700" lIns="365750" spcFirstLastPara="1" rIns="91425" wrap="square" tIns="18287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d46bda7a93_0_1"/>
          <p:cNvSpPr/>
          <p:nvPr>
            <p:ph idx="20" type="body"/>
          </p:nvPr>
        </p:nvSpPr>
        <p:spPr>
          <a:xfrm>
            <a:off x="29900880" y="25831800"/>
            <a:ext cx="12801600" cy="1219200"/>
          </a:xfrm>
          <a:prstGeom prst="round1Rect">
            <a:avLst>
              <a:gd fmla="val 16667" name="adj"/>
            </a:avLst>
          </a:prstGeom>
        </p:spPr>
        <p:txBody>
          <a:bodyPr anchorCtr="0" anchor="ctr" bIns="45700" lIns="365750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d46bda7a93_0_1"/>
          <p:cNvSpPr txBox="1"/>
          <p:nvPr>
            <p:ph idx="21" type="body"/>
          </p:nvPr>
        </p:nvSpPr>
        <p:spPr>
          <a:xfrm>
            <a:off x="29900880" y="27057096"/>
            <a:ext cx="12801600" cy="4572000"/>
          </a:xfrm>
          <a:prstGeom prst="rect">
            <a:avLst/>
          </a:prstGeom>
        </p:spPr>
        <p:txBody>
          <a:bodyPr anchorCtr="0" anchor="t" bIns="45700" lIns="365750" spcFirstLastPara="1" rIns="91425" wrap="square" tIns="18287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4C5A6A"/>
      </a:hlink>
      <a:folHlink>
        <a:srgbClr val="808D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edical Poster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4C5A6A"/>
      </a:hlink>
      <a:folHlink>
        <a:srgbClr val="808DA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2018-03-23T14:38:54Z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TC040015519991</vt:lpwstr>
  </property>
</Properties>
</file>